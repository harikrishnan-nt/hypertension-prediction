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782" y="-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ikrishnan N T" userId="a3724e447f1e838e" providerId="LiveId" clId="{4E87D7E4-B17C-4EF9-BAE2-0E618852220E}"/>
    <pc:docChg chg="undo custSel addSld delSld modSld">
      <pc:chgData name="Harikrishnan N T" userId="a3724e447f1e838e" providerId="LiveId" clId="{4E87D7E4-B17C-4EF9-BAE2-0E618852220E}" dt="2025-11-14T09:22:44.512" v="1875" actId="1076"/>
      <pc:docMkLst>
        <pc:docMk/>
      </pc:docMkLst>
      <pc:sldChg chg="modSp new mod">
        <pc:chgData name="Harikrishnan N T" userId="a3724e447f1e838e" providerId="LiveId" clId="{4E87D7E4-B17C-4EF9-BAE2-0E618852220E}" dt="2025-11-14T08:45:44.453" v="883" actId="115"/>
        <pc:sldMkLst>
          <pc:docMk/>
          <pc:sldMk cId="1166627670" sldId="257"/>
        </pc:sldMkLst>
        <pc:spChg chg="mod">
          <ac:chgData name="Harikrishnan N T" userId="a3724e447f1e838e" providerId="LiveId" clId="{4E87D7E4-B17C-4EF9-BAE2-0E618852220E}" dt="2025-11-14T08:45:44.453" v="883" actId="115"/>
          <ac:spMkLst>
            <pc:docMk/>
            <pc:sldMk cId="1166627670" sldId="257"/>
            <ac:spMk id="2" creationId="{353ECF63-B3A9-4543-1B3B-088A4F4532DA}"/>
          </ac:spMkLst>
        </pc:spChg>
        <pc:spChg chg="mod">
          <ac:chgData name="Harikrishnan N T" userId="a3724e447f1e838e" providerId="LiveId" clId="{4E87D7E4-B17C-4EF9-BAE2-0E618852220E}" dt="2025-11-14T08:44:19.924" v="879" actId="27636"/>
          <ac:spMkLst>
            <pc:docMk/>
            <pc:sldMk cId="1166627670" sldId="257"/>
            <ac:spMk id="3" creationId="{18E01773-A561-11CD-742D-83E611E22304}"/>
          </ac:spMkLst>
        </pc:spChg>
      </pc:sldChg>
      <pc:sldChg chg="modSp new mod">
        <pc:chgData name="Harikrishnan N T" userId="a3724e447f1e838e" providerId="LiveId" clId="{4E87D7E4-B17C-4EF9-BAE2-0E618852220E}" dt="2025-11-14T08:48:36.226" v="1044" actId="20577"/>
        <pc:sldMkLst>
          <pc:docMk/>
          <pc:sldMk cId="3100553487" sldId="258"/>
        </pc:sldMkLst>
        <pc:spChg chg="mod">
          <ac:chgData name="Harikrishnan N T" userId="a3724e447f1e838e" providerId="LiveId" clId="{4E87D7E4-B17C-4EF9-BAE2-0E618852220E}" dt="2025-11-14T08:46:15.498" v="903" actId="113"/>
          <ac:spMkLst>
            <pc:docMk/>
            <pc:sldMk cId="3100553487" sldId="258"/>
            <ac:spMk id="2" creationId="{30734E60-9CB6-52E7-F027-591DAE428B52}"/>
          </ac:spMkLst>
        </pc:spChg>
        <pc:spChg chg="mod">
          <ac:chgData name="Harikrishnan N T" userId="a3724e447f1e838e" providerId="LiveId" clId="{4E87D7E4-B17C-4EF9-BAE2-0E618852220E}" dt="2025-11-14T08:48:36.226" v="1044" actId="20577"/>
          <ac:spMkLst>
            <pc:docMk/>
            <pc:sldMk cId="3100553487" sldId="258"/>
            <ac:spMk id="3" creationId="{0E97DDAD-755A-0E20-CB2A-32C24FB8139F}"/>
          </ac:spMkLst>
        </pc:spChg>
      </pc:sldChg>
      <pc:sldChg chg="addSp delSp modSp new mod">
        <pc:chgData name="Harikrishnan N T" userId="a3724e447f1e838e" providerId="LiveId" clId="{4E87D7E4-B17C-4EF9-BAE2-0E618852220E}" dt="2025-11-14T08:50:08.824" v="1060" actId="931"/>
        <pc:sldMkLst>
          <pc:docMk/>
          <pc:sldMk cId="2135829694" sldId="259"/>
        </pc:sldMkLst>
        <pc:spChg chg="mod">
          <ac:chgData name="Harikrishnan N T" userId="a3724e447f1e838e" providerId="LiveId" clId="{4E87D7E4-B17C-4EF9-BAE2-0E618852220E}" dt="2025-11-14T08:49:14.826" v="1059" actId="113"/>
          <ac:spMkLst>
            <pc:docMk/>
            <pc:sldMk cId="2135829694" sldId="259"/>
            <ac:spMk id="2" creationId="{02E6DF9E-4F41-AA62-79C7-E5AAFB579851}"/>
          </ac:spMkLst>
        </pc:spChg>
        <pc:spChg chg="del">
          <ac:chgData name="Harikrishnan N T" userId="a3724e447f1e838e" providerId="LiveId" clId="{4E87D7E4-B17C-4EF9-BAE2-0E618852220E}" dt="2025-11-14T08:50:08.824" v="1060" actId="931"/>
          <ac:spMkLst>
            <pc:docMk/>
            <pc:sldMk cId="2135829694" sldId="259"/>
            <ac:spMk id="3" creationId="{2DC594B9-3076-D024-472F-E07F2A97F144}"/>
          </ac:spMkLst>
        </pc:spChg>
        <pc:picChg chg="add mod">
          <ac:chgData name="Harikrishnan N T" userId="a3724e447f1e838e" providerId="LiveId" clId="{4E87D7E4-B17C-4EF9-BAE2-0E618852220E}" dt="2025-11-14T08:50:08.824" v="1060" actId="931"/>
          <ac:picMkLst>
            <pc:docMk/>
            <pc:sldMk cId="2135829694" sldId="259"/>
            <ac:picMk id="5" creationId="{1EB0EDDD-431E-1F73-594C-6B352B9EDFAA}"/>
          </ac:picMkLst>
        </pc:picChg>
      </pc:sldChg>
      <pc:sldChg chg="modSp new mod">
        <pc:chgData name="Harikrishnan N T" userId="a3724e447f1e838e" providerId="LiveId" clId="{4E87D7E4-B17C-4EF9-BAE2-0E618852220E}" dt="2025-11-14T08:52:00.849" v="1154" actId="20577"/>
        <pc:sldMkLst>
          <pc:docMk/>
          <pc:sldMk cId="831054554" sldId="260"/>
        </pc:sldMkLst>
        <pc:spChg chg="mod">
          <ac:chgData name="Harikrishnan N T" userId="a3724e447f1e838e" providerId="LiveId" clId="{4E87D7E4-B17C-4EF9-BAE2-0E618852220E}" dt="2025-11-14T08:50:48.534" v="1075" actId="113"/>
          <ac:spMkLst>
            <pc:docMk/>
            <pc:sldMk cId="831054554" sldId="260"/>
            <ac:spMk id="2" creationId="{10FC02FC-9008-3EA2-71A1-49056053CFF2}"/>
          </ac:spMkLst>
        </pc:spChg>
        <pc:spChg chg="mod">
          <ac:chgData name="Harikrishnan N T" userId="a3724e447f1e838e" providerId="LiveId" clId="{4E87D7E4-B17C-4EF9-BAE2-0E618852220E}" dt="2025-11-14T08:52:00.849" v="1154" actId="20577"/>
          <ac:spMkLst>
            <pc:docMk/>
            <pc:sldMk cId="831054554" sldId="260"/>
            <ac:spMk id="3" creationId="{97767DB0-45F7-9861-FFD6-13E5F0CF338B}"/>
          </ac:spMkLst>
        </pc:spChg>
      </pc:sldChg>
      <pc:sldChg chg="addSp delSp modSp new mod">
        <pc:chgData name="Harikrishnan N T" userId="a3724e447f1e838e" providerId="LiveId" clId="{4E87D7E4-B17C-4EF9-BAE2-0E618852220E}" dt="2025-11-14T08:55:28.637" v="1189" actId="931"/>
        <pc:sldMkLst>
          <pc:docMk/>
          <pc:sldMk cId="3137631912" sldId="261"/>
        </pc:sldMkLst>
        <pc:spChg chg="mod">
          <ac:chgData name="Harikrishnan N T" userId="a3724e447f1e838e" providerId="LiveId" clId="{4E87D7E4-B17C-4EF9-BAE2-0E618852220E}" dt="2025-11-14T08:53:20.533" v="1187" actId="113"/>
          <ac:spMkLst>
            <pc:docMk/>
            <pc:sldMk cId="3137631912" sldId="261"/>
            <ac:spMk id="2" creationId="{446C2FE3-CD52-D36B-BB9B-2BD177960D3E}"/>
          </ac:spMkLst>
        </pc:spChg>
        <pc:spChg chg="del">
          <ac:chgData name="Harikrishnan N T" userId="a3724e447f1e838e" providerId="LiveId" clId="{4E87D7E4-B17C-4EF9-BAE2-0E618852220E}" dt="2025-11-14T08:55:18.659" v="1188" actId="931"/>
          <ac:spMkLst>
            <pc:docMk/>
            <pc:sldMk cId="3137631912" sldId="261"/>
            <ac:spMk id="3" creationId="{035376C4-9C38-65FC-4B63-CBB81BC79AC2}"/>
          </ac:spMkLst>
        </pc:spChg>
        <pc:spChg chg="del">
          <ac:chgData name="Harikrishnan N T" userId="a3724e447f1e838e" providerId="LiveId" clId="{4E87D7E4-B17C-4EF9-BAE2-0E618852220E}" dt="2025-11-14T08:55:28.637" v="1189" actId="931"/>
          <ac:spMkLst>
            <pc:docMk/>
            <pc:sldMk cId="3137631912" sldId="261"/>
            <ac:spMk id="4" creationId="{01300323-23EE-C2ED-FDC9-C89B1831FB1E}"/>
          </ac:spMkLst>
        </pc:spChg>
        <pc:picChg chg="add mod">
          <ac:chgData name="Harikrishnan N T" userId="a3724e447f1e838e" providerId="LiveId" clId="{4E87D7E4-B17C-4EF9-BAE2-0E618852220E}" dt="2025-11-14T08:55:18.659" v="1188" actId="931"/>
          <ac:picMkLst>
            <pc:docMk/>
            <pc:sldMk cId="3137631912" sldId="261"/>
            <ac:picMk id="6" creationId="{A9E72963-4ABC-DB36-BCD5-1032E8D81912}"/>
          </ac:picMkLst>
        </pc:picChg>
        <pc:picChg chg="add mod">
          <ac:chgData name="Harikrishnan N T" userId="a3724e447f1e838e" providerId="LiveId" clId="{4E87D7E4-B17C-4EF9-BAE2-0E618852220E}" dt="2025-11-14T08:55:28.637" v="1189" actId="931"/>
          <ac:picMkLst>
            <pc:docMk/>
            <pc:sldMk cId="3137631912" sldId="261"/>
            <ac:picMk id="8" creationId="{2173B0C8-8E5F-40B6-A4C6-FE052D7932C0}"/>
          </ac:picMkLst>
        </pc:picChg>
      </pc:sldChg>
      <pc:sldChg chg="addSp delSp modSp new mod">
        <pc:chgData name="Harikrishnan N T" userId="a3724e447f1e838e" providerId="LiveId" clId="{4E87D7E4-B17C-4EF9-BAE2-0E618852220E}" dt="2025-11-14T08:59:16.159" v="1219" actId="122"/>
        <pc:sldMkLst>
          <pc:docMk/>
          <pc:sldMk cId="1753148369" sldId="262"/>
        </pc:sldMkLst>
        <pc:spChg chg="mod">
          <ac:chgData name="Harikrishnan N T" userId="a3724e447f1e838e" providerId="LiveId" clId="{4E87D7E4-B17C-4EF9-BAE2-0E618852220E}" dt="2025-11-14T08:59:16.159" v="1219" actId="122"/>
          <ac:spMkLst>
            <pc:docMk/>
            <pc:sldMk cId="1753148369" sldId="262"/>
            <ac:spMk id="2" creationId="{1F49791C-AC05-8F49-A493-641A209A9138}"/>
          </ac:spMkLst>
        </pc:spChg>
        <pc:spChg chg="del">
          <ac:chgData name="Harikrishnan N T" userId="a3724e447f1e838e" providerId="LiveId" clId="{4E87D7E4-B17C-4EF9-BAE2-0E618852220E}" dt="2025-11-14T08:58:24.380" v="1212" actId="931"/>
          <ac:spMkLst>
            <pc:docMk/>
            <pc:sldMk cId="1753148369" sldId="262"/>
            <ac:spMk id="3" creationId="{E4A3B0AC-2B2F-5BCF-7BA4-3C7F17C7864E}"/>
          </ac:spMkLst>
        </pc:spChg>
        <pc:spChg chg="del">
          <ac:chgData name="Harikrishnan N T" userId="a3724e447f1e838e" providerId="LiveId" clId="{4E87D7E4-B17C-4EF9-BAE2-0E618852220E}" dt="2025-11-14T08:58:34.199" v="1213" actId="931"/>
          <ac:spMkLst>
            <pc:docMk/>
            <pc:sldMk cId="1753148369" sldId="262"/>
            <ac:spMk id="4" creationId="{8522468A-4E8A-1A20-8CC4-EE27FE959061}"/>
          </ac:spMkLst>
        </pc:spChg>
        <pc:picChg chg="add mod">
          <ac:chgData name="Harikrishnan N T" userId="a3724e447f1e838e" providerId="LiveId" clId="{4E87D7E4-B17C-4EF9-BAE2-0E618852220E}" dt="2025-11-14T08:58:54.410" v="1216" actId="1076"/>
          <ac:picMkLst>
            <pc:docMk/>
            <pc:sldMk cId="1753148369" sldId="262"/>
            <ac:picMk id="6" creationId="{3F82C976-2FA1-DF8B-26AA-32DA2F685461}"/>
          </ac:picMkLst>
        </pc:picChg>
        <pc:picChg chg="add mod">
          <ac:chgData name="Harikrishnan N T" userId="a3724e447f1e838e" providerId="LiveId" clId="{4E87D7E4-B17C-4EF9-BAE2-0E618852220E}" dt="2025-11-14T08:59:02.776" v="1217" actId="1076"/>
          <ac:picMkLst>
            <pc:docMk/>
            <pc:sldMk cId="1753148369" sldId="262"/>
            <ac:picMk id="8" creationId="{0CF1A79D-D147-E26D-FE57-65A134A5F8E1}"/>
          </ac:picMkLst>
        </pc:picChg>
        <pc:picChg chg="add mod">
          <ac:chgData name="Harikrishnan N T" userId="a3724e447f1e838e" providerId="LiveId" clId="{4E87D7E4-B17C-4EF9-BAE2-0E618852220E}" dt="2025-11-14T08:59:07.096" v="1218" actId="1076"/>
          <ac:picMkLst>
            <pc:docMk/>
            <pc:sldMk cId="1753148369" sldId="262"/>
            <ac:picMk id="10" creationId="{0CAA5CC4-E26E-2BE0-DCDA-337D81268AB9}"/>
          </ac:picMkLst>
        </pc:picChg>
      </pc:sldChg>
      <pc:sldChg chg="new del">
        <pc:chgData name="Harikrishnan N T" userId="a3724e447f1e838e" providerId="LiveId" clId="{4E87D7E4-B17C-4EF9-BAE2-0E618852220E}" dt="2025-11-14T08:56:49.748" v="1191" actId="2696"/>
        <pc:sldMkLst>
          <pc:docMk/>
          <pc:sldMk cId="2721607265" sldId="262"/>
        </pc:sldMkLst>
      </pc:sldChg>
      <pc:sldChg chg="modSp new mod">
        <pc:chgData name="Harikrishnan N T" userId="a3724e447f1e838e" providerId="LiveId" clId="{4E87D7E4-B17C-4EF9-BAE2-0E618852220E}" dt="2025-11-14T09:05:15.302" v="1510" actId="20577"/>
        <pc:sldMkLst>
          <pc:docMk/>
          <pc:sldMk cId="1839644892" sldId="263"/>
        </pc:sldMkLst>
        <pc:spChg chg="mod">
          <ac:chgData name="Harikrishnan N T" userId="a3724e447f1e838e" providerId="LiveId" clId="{4E87D7E4-B17C-4EF9-BAE2-0E618852220E}" dt="2025-11-14T08:59:41.032" v="1229" actId="113"/>
          <ac:spMkLst>
            <pc:docMk/>
            <pc:sldMk cId="1839644892" sldId="263"/>
            <ac:spMk id="2" creationId="{18D86EC0-1846-783E-33A1-75F383D0A4C8}"/>
          </ac:spMkLst>
        </pc:spChg>
        <pc:spChg chg="mod">
          <ac:chgData name="Harikrishnan N T" userId="a3724e447f1e838e" providerId="LiveId" clId="{4E87D7E4-B17C-4EF9-BAE2-0E618852220E}" dt="2025-11-14T09:05:15.302" v="1510" actId="20577"/>
          <ac:spMkLst>
            <pc:docMk/>
            <pc:sldMk cId="1839644892" sldId="263"/>
            <ac:spMk id="3" creationId="{541BF0DD-CA42-F77D-C222-AF2F96C4766D}"/>
          </ac:spMkLst>
        </pc:spChg>
      </pc:sldChg>
      <pc:sldChg chg="addSp delSp modSp new mod">
        <pc:chgData name="Harikrishnan N T" userId="a3724e447f1e838e" providerId="LiveId" clId="{4E87D7E4-B17C-4EF9-BAE2-0E618852220E}" dt="2025-11-14T09:09:19.865" v="1527" actId="931"/>
        <pc:sldMkLst>
          <pc:docMk/>
          <pc:sldMk cId="499017378" sldId="264"/>
        </pc:sldMkLst>
        <pc:spChg chg="mod">
          <ac:chgData name="Harikrishnan N T" userId="a3724e447f1e838e" providerId="LiveId" clId="{4E87D7E4-B17C-4EF9-BAE2-0E618852220E}" dt="2025-11-14T09:05:49.186" v="1525" actId="113"/>
          <ac:spMkLst>
            <pc:docMk/>
            <pc:sldMk cId="499017378" sldId="264"/>
            <ac:spMk id="2" creationId="{C8365069-0B31-474D-AD47-2F7D00FB555B}"/>
          </ac:spMkLst>
        </pc:spChg>
        <pc:spChg chg="del">
          <ac:chgData name="Harikrishnan N T" userId="a3724e447f1e838e" providerId="LiveId" clId="{4E87D7E4-B17C-4EF9-BAE2-0E618852220E}" dt="2025-11-14T09:09:10.291" v="1526" actId="931"/>
          <ac:spMkLst>
            <pc:docMk/>
            <pc:sldMk cId="499017378" sldId="264"/>
            <ac:spMk id="3" creationId="{2FEF0A68-A013-8D59-2835-5E564BBFE312}"/>
          </ac:spMkLst>
        </pc:spChg>
        <pc:spChg chg="del">
          <ac:chgData name="Harikrishnan N T" userId="a3724e447f1e838e" providerId="LiveId" clId="{4E87D7E4-B17C-4EF9-BAE2-0E618852220E}" dt="2025-11-14T09:09:19.865" v="1527" actId="931"/>
          <ac:spMkLst>
            <pc:docMk/>
            <pc:sldMk cId="499017378" sldId="264"/>
            <ac:spMk id="4" creationId="{6285414C-16AF-D9E5-0DF5-44136FB8D1A1}"/>
          </ac:spMkLst>
        </pc:spChg>
        <pc:picChg chg="add mod">
          <ac:chgData name="Harikrishnan N T" userId="a3724e447f1e838e" providerId="LiveId" clId="{4E87D7E4-B17C-4EF9-BAE2-0E618852220E}" dt="2025-11-14T09:09:10.291" v="1526" actId="931"/>
          <ac:picMkLst>
            <pc:docMk/>
            <pc:sldMk cId="499017378" sldId="264"/>
            <ac:picMk id="6" creationId="{F79EB354-D732-3E2D-6EA8-417CF5CA420D}"/>
          </ac:picMkLst>
        </pc:picChg>
        <pc:picChg chg="add mod">
          <ac:chgData name="Harikrishnan N T" userId="a3724e447f1e838e" providerId="LiveId" clId="{4E87D7E4-B17C-4EF9-BAE2-0E618852220E}" dt="2025-11-14T09:09:19.865" v="1527" actId="931"/>
          <ac:picMkLst>
            <pc:docMk/>
            <pc:sldMk cId="499017378" sldId="264"/>
            <ac:picMk id="8" creationId="{6ED44D14-5A28-A87B-9D1E-32B146DCE4F3}"/>
          </ac:picMkLst>
        </pc:picChg>
      </pc:sldChg>
      <pc:sldChg chg="addSp delSp modSp new mod">
        <pc:chgData name="Harikrishnan N T" userId="a3724e447f1e838e" providerId="LiveId" clId="{4E87D7E4-B17C-4EF9-BAE2-0E618852220E}" dt="2025-11-14T09:09:55.456" v="1544" actId="931"/>
        <pc:sldMkLst>
          <pc:docMk/>
          <pc:sldMk cId="4257994660" sldId="265"/>
        </pc:sldMkLst>
        <pc:spChg chg="mod">
          <ac:chgData name="Harikrishnan N T" userId="a3724e447f1e838e" providerId="LiveId" clId="{4E87D7E4-B17C-4EF9-BAE2-0E618852220E}" dt="2025-11-14T09:09:38.633" v="1542" actId="113"/>
          <ac:spMkLst>
            <pc:docMk/>
            <pc:sldMk cId="4257994660" sldId="265"/>
            <ac:spMk id="2" creationId="{E1F8FFC1-7B7D-67EA-505A-E6E100362B74}"/>
          </ac:spMkLst>
        </pc:spChg>
        <pc:spChg chg="del">
          <ac:chgData name="Harikrishnan N T" userId="a3724e447f1e838e" providerId="LiveId" clId="{4E87D7E4-B17C-4EF9-BAE2-0E618852220E}" dt="2025-11-14T09:09:46.946" v="1543" actId="931"/>
          <ac:spMkLst>
            <pc:docMk/>
            <pc:sldMk cId="4257994660" sldId="265"/>
            <ac:spMk id="3" creationId="{3E5017C1-3120-7B1A-E882-2ED76637944B}"/>
          </ac:spMkLst>
        </pc:spChg>
        <pc:spChg chg="del">
          <ac:chgData name="Harikrishnan N T" userId="a3724e447f1e838e" providerId="LiveId" clId="{4E87D7E4-B17C-4EF9-BAE2-0E618852220E}" dt="2025-11-14T09:09:55.456" v="1544" actId="931"/>
          <ac:spMkLst>
            <pc:docMk/>
            <pc:sldMk cId="4257994660" sldId="265"/>
            <ac:spMk id="4" creationId="{CFCFD46A-DFAE-B773-5E0D-AB585FC306D6}"/>
          </ac:spMkLst>
        </pc:spChg>
        <pc:picChg chg="add mod">
          <ac:chgData name="Harikrishnan N T" userId="a3724e447f1e838e" providerId="LiveId" clId="{4E87D7E4-B17C-4EF9-BAE2-0E618852220E}" dt="2025-11-14T09:09:46.946" v="1543" actId="931"/>
          <ac:picMkLst>
            <pc:docMk/>
            <pc:sldMk cId="4257994660" sldId="265"/>
            <ac:picMk id="6" creationId="{CC8DC65F-5FD8-464A-845F-6EF4DD523CE7}"/>
          </ac:picMkLst>
        </pc:picChg>
        <pc:picChg chg="add mod">
          <ac:chgData name="Harikrishnan N T" userId="a3724e447f1e838e" providerId="LiveId" clId="{4E87D7E4-B17C-4EF9-BAE2-0E618852220E}" dt="2025-11-14T09:09:55.456" v="1544" actId="931"/>
          <ac:picMkLst>
            <pc:docMk/>
            <pc:sldMk cId="4257994660" sldId="265"/>
            <ac:picMk id="8" creationId="{BE3EDC38-EED0-F9CF-651B-BF41F9DD0D5D}"/>
          </ac:picMkLst>
        </pc:picChg>
      </pc:sldChg>
      <pc:sldChg chg="modSp new mod">
        <pc:chgData name="Harikrishnan N T" userId="a3724e447f1e838e" providerId="LiveId" clId="{4E87D7E4-B17C-4EF9-BAE2-0E618852220E}" dt="2025-11-14T09:14:06.279" v="1722" actId="20577"/>
        <pc:sldMkLst>
          <pc:docMk/>
          <pc:sldMk cId="1603923841" sldId="266"/>
        </pc:sldMkLst>
        <pc:spChg chg="mod">
          <ac:chgData name="Harikrishnan N T" userId="a3724e447f1e838e" providerId="LiveId" clId="{4E87D7E4-B17C-4EF9-BAE2-0E618852220E}" dt="2025-11-14T09:11:30.370" v="1555" actId="113"/>
          <ac:spMkLst>
            <pc:docMk/>
            <pc:sldMk cId="1603923841" sldId="266"/>
            <ac:spMk id="2" creationId="{C3358C0C-80B7-4D1C-2BA0-870DB1B2C037}"/>
          </ac:spMkLst>
        </pc:spChg>
        <pc:spChg chg="mod">
          <ac:chgData name="Harikrishnan N T" userId="a3724e447f1e838e" providerId="LiveId" clId="{4E87D7E4-B17C-4EF9-BAE2-0E618852220E}" dt="2025-11-14T09:14:06.279" v="1722" actId="20577"/>
          <ac:spMkLst>
            <pc:docMk/>
            <pc:sldMk cId="1603923841" sldId="266"/>
            <ac:spMk id="3" creationId="{B33D2E3E-9F3F-0E52-F4A1-3E54E5E4460D}"/>
          </ac:spMkLst>
        </pc:spChg>
      </pc:sldChg>
      <pc:sldChg chg="addSp modSp new mod">
        <pc:chgData name="Harikrishnan N T" userId="a3724e447f1e838e" providerId="LiveId" clId="{4E87D7E4-B17C-4EF9-BAE2-0E618852220E}" dt="2025-11-14T09:17:27.996" v="1811" actId="1076"/>
        <pc:sldMkLst>
          <pc:docMk/>
          <pc:sldMk cId="1319716899" sldId="267"/>
        </pc:sldMkLst>
        <pc:spChg chg="mod">
          <ac:chgData name="Harikrishnan N T" userId="a3724e447f1e838e" providerId="LiveId" clId="{4E87D7E4-B17C-4EF9-BAE2-0E618852220E}" dt="2025-11-14T09:15:00.652" v="1740" actId="113"/>
          <ac:spMkLst>
            <pc:docMk/>
            <pc:sldMk cId="1319716899" sldId="267"/>
            <ac:spMk id="2" creationId="{20BC014E-DC5B-BD53-99B4-53FADBDA162F}"/>
          </ac:spMkLst>
        </pc:spChg>
        <pc:spChg chg="mod">
          <ac:chgData name="Harikrishnan N T" userId="a3724e447f1e838e" providerId="LiveId" clId="{4E87D7E4-B17C-4EF9-BAE2-0E618852220E}" dt="2025-11-14T09:15:52.199" v="1807" actId="5793"/>
          <ac:spMkLst>
            <pc:docMk/>
            <pc:sldMk cId="1319716899" sldId="267"/>
            <ac:spMk id="3" creationId="{FF183220-A559-8276-B1E5-63FD9DCDB53D}"/>
          </ac:spMkLst>
        </pc:spChg>
        <pc:picChg chg="add mod">
          <ac:chgData name="Harikrishnan N T" userId="a3724e447f1e838e" providerId="LiveId" clId="{4E87D7E4-B17C-4EF9-BAE2-0E618852220E}" dt="2025-11-14T09:17:27.996" v="1811" actId="1076"/>
          <ac:picMkLst>
            <pc:docMk/>
            <pc:sldMk cId="1319716899" sldId="267"/>
            <ac:picMk id="5" creationId="{3FEBBE8C-5618-B085-BA68-0F4D1FA24DE6}"/>
          </ac:picMkLst>
        </pc:picChg>
      </pc:sldChg>
      <pc:sldChg chg="addSp modSp new mod">
        <pc:chgData name="Harikrishnan N T" userId="a3724e447f1e838e" providerId="LiveId" clId="{4E87D7E4-B17C-4EF9-BAE2-0E618852220E}" dt="2025-11-14T09:22:44.512" v="1875" actId="1076"/>
        <pc:sldMkLst>
          <pc:docMk/>
          <pc:sldMk cId="999354068" sldId="268"/>
        </pc:sldMkLst>
        <pc:spChg chg="mod">
          <ac:chgData name="Harikrishnan N T" userId="a3724e447f1e838e" providerId="LiveId" clId="{4E87D7E4-B17C-4EF9-BAE2-0E618852220E}" dt="2025-11-14T09:18:55.891" v="1820" actId="113"/>
          <ac:spMkLst>
            <pc:docMk/>
            <pc:sldMk cId="999354068" sldId="268"/>
            <ac:spMk id="2" creationId="{1908886C-0899-FBAB-3320-F494A5B18073}"/>
          </ac:spMkLst>
        </pc:spChg>
        <pc:spChg chg="mod">
          <ac:chgData name="Harikrishnan N T" userId="a3724e447f1e838e" providerId="LiveId" clId="{4E87D7E4-B17C-4EF9-BAE2-0E618852220E}" dt="2025-11-14T09:20:04.865" v="1872" actId="20577"/>
          <ac:spMkLst>
            <pc:docMk/>
            <pc:sldMk cId="999354068" sldId="268"/>
            <ac:spMk id="3" creationId="{0650C4CE-6C91-CA43-C1D7-0C73A8A36AB9}"/>
          </ac:spMkLst>
        </pc:spChg>
        <pc:picChg chg="add mod">
          <ac:chgData name="Harikrishnan N T" userId="a3724e447f1e838e" providerId="LiveId" clId="{4E87D7E4-B17C-4EF9-BAE2-0E618852220E}" dt="2025-11-14T09:22:44.512" v="1875" actId="1076"/>
          <ac:picMkLst>
            <pc:docMk/>
            <pc:sldMk cId="999354068" sldId="268"/>
            <ac:picMk id="5" creationId="{FCF3FF2F-DDDC-3BA6-09B2-F16F9F7779F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9131F-D666-07B2-B445-A7973FB011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0C8520-5F17-E3E5-47B5-A6439034CA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7AFB0-93A7-01BB-6F72-633FC4F13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A14C1-74FF-48CB-BEDA-9F7200F75F2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52AC5-0F01-42C9-3A9C-D8F7B1056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8BDB2-60E9-6F37-AD45-E6F4565D6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5079B-7507-4A24-BD80-CAE07F0B7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798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81623-BE09-8FFC-4EC7-FD48B61A0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414A6-1B43-F3DB-98FE-516E678CE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7624D-6F59-84A0-46F9-126E617A7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A14C1-74FF-48CB-BEDA-9F7200F75F2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0C5C8-3287-6FF7-9A78-06DAE0A4B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3A4D8-0D80-F1A2-8F93-62614325A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5079B-7507-4A24-BD80-CAE07F0B7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610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E8A70-395F-B88A-7EA1-63515D905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7999B-0E9A-B190-A747-D426168492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C3C02F-CA05-649A-4712-6519B2CAD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A14C1-74FF-48CB-BEDA-9F7200F75F2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13E3F-3DB2-6600-4AF6-2B10C1B62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EB380-EDBA-725A-CB60-4A500DCA1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5079B-7507-4A24-BD80-CAE07F0B7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621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B9A69-B067-B219-117E-71AC70886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B5F08-6E93-5A0E-B1C4-8BD8E1E19C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5A4263-7AA0-CEF7-CFA8-384D3C14B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CA8E23-0B27-C745-1336-2E9F534BA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A14C1-74FF-48CB-BEDA-9F7200F75F2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2C6491-E6FD-D4DE-0CD3-5F1FB3A13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52BF55-0B06-8058-9D61-FA6201DFE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5079B-7507-4A24-BD80-CAE07F0B7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4990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722C4-0112-9A95-F95A-FCDA9C746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9630D4-9C86-E6EA-0A26-0A84064F4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B7CBA-AE5E-6815-FA16-1F47BA3E90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9CA962-BC63-109D-FCD1-D5ADB9380F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A31810-A489-1652-3E5E-3443107612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1A36B3-9799-BEA4-B4D4-C44C8396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A14C1-74FF-48CB-BEDA-9F7200F75F2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3E5BB1-6CC0-0C2F-A2CD-FD0E22845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A0097C-A958-4164-D0DE-F76ED7736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5079B-7507-4A24-BD80-CAE07F0B7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6534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3913E-9CDB-8E73-E7D3-0D3F1F52E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6D451B-9E44-65A5-1600-713AB8551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A14C1-74FF-48CB-BEDA-9F7200F75F2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C49471-C03D-4F19-3C20-E4CCB7AD5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9B7678-AB19-A9EA-BA9A-31E99A17C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5079B-7507-4A24-BD80-CAE07F0B7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664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5857A0-9FF7-AB46-B41E-2CC3EB60E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A14C1-74FF-48CB-BEDA-9F7200F75F2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8A0B0E-2849-F20F-2621-826F41EEE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80EF3-D5ED-1FF3-B04D-DB9B3CEEA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5079B-7507-4A24-BD80-CAE07F0B7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566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0C7E7-DD15-59B3-4318-01B94C0E4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D1592-8E55-CE18-533D-F1E9ED32F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79243D-DB94-CD18-636E-90816F8239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8D7EB-234C-FA60-7338-B3E53AE69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A14C1-74FF-48CB-BEDA-9F7200F75F2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22876F-0B7E-E7CC-6555-CEBE6DF7A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11D1CB-356C-517D-90ED-B77FFF470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5079B-7507-4A24-BD80-CAE07F0B7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836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9767C-4C0E-F19C-3F51-028FC4047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B802DD-38A2-873D-9617-2FD8DD1AD7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B1E9FF-20EF-9A4C-0874-EF5CB6DDD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E742D3-9EC8-5E85-AB20-47D9234C2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A14C1-74FF-48CB-BEDA-9F7200F75F2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C3890-1B44-73E5-C0F7-7D3861371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1FE227-9B8D-4FFC-B225-1CC617ABF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5079B-7507-4A24-BD80-CAE07F0B7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6156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F537A-0F5F-1E4A-B1E5-DEA65215B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777162-FEA5-5143-E297-955CF302C2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12503-F787-DE37-28B1-88F6B0DD9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A14C1-74FF-48CB-BEDA-9F7200F75F2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3FF98-F788-26EC-AF6D-14DCC7954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15D3D-2AED-64C3-0D13-D84ECEA41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5079B-7507-4A24-BD80-CAE07F0B7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6882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E3E8E1-7BCC-752E-1521-5CE3D13EB5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831281-37FF-93FE-EECE-AF3720D67E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4CAAF3-5B91-07A0-4355-13B69CE8B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A14C1-74FF-48CB-BEDA-9F7200F75F2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26FE5-1421-9391-2A04-A94970368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0D723-3E1E-9FAB-C8FF-58E31AF9A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5079B-7507-4A24-BD80-CAE07F0B7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9582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957471-A570-83BD-F652-9B01160D2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16A85-18BE-FF11-EBDA-9D68555C8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A21FE-CED9-EEAB-56A5-35ECFC54BE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BA14C1-74FF-48CB-BEDA-9F7200F75F2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0B780-A9A7-CB87-8554-0449C8E6B0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E03A5-5C79-E7D8-5DEB-181DDC6959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55079B-7507-4A24-BD80-CAE07F0B7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1798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3B13B1-5597-590C-0C59-C537FA6AC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686" y="385199"/>
            <a:ext cx="5305527" cy="3891833"/>
          </a:xfrm>
        </p:spPr>
        <p:txBody>
          <a:bodyPr>
            <a:normAutofit/>
          </a:bodyPr>
          <a:lstStyle/>
          <a:p>
            <a:r>
              <a:rPr lang="en-US" sz="4000" b="1" dirty="0"/>
              <a:t>ML </a:t>
            </a:r>
            <a:br>
              <a:rPr lang="en-US" sz="4000" b="1" dirty="0"/>
            </a:br>
            <a:r>
              <a:rPr lang="en-US" sz="4000" b="1" dirty="0"/>
              <a:t>REINFORCEMENT</a:t>
            </a:r>
            <a:br>
              <a:rPr lang="en-US" sz="4000" b="1" dirty="0"/>
            </a:br>
            <a:r>
              <a:rPr lang="en-US" sz="4000" b="1" dirty="0"/>
              <a:t>HYPERTENSION-PREDICTION</a:t>
            </a:r>
            <a:endParaRPr lang="en-IN" sz="4000" b="1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4453329-AB09-CA8E-CD19-8182B4C10C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6858000" cy="6858000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92C77CA-0692-9341-38EF-ACCE5E8A1B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7686" y="5205310"/>
            <a:ext cx="3932237" cy="1267491"/>
          </a:xfrm>
        </p:spPr>
        <p:txBody>
          <a:bodyPr/>
          <a:lstStyle/>
          <a:p>
            <a:r>
              <a:rPr lang="en-US" dirty="0"/>
              <a:t>HARIKRISHNAN N T </a:t>
            </a:r>
          </a:p>
          <a:p>
            <a:r>
              <a:rPr lang="en-US" dirty="0"/>
              <a:t>DADS JULY OFFLINE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8433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ECF63-B3A9-4543-1B3B-088A4F453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in the Dataset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01773-A561-11CD-742D-83E611E22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Dataset contains different features that attribute to predict the if an individual will diagnose with hypertension or not.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Age – Age of the person</a:t>
            </a:r>
          </a:p>
          <a:p>
            <a:r>
              <a:rPr lang="en-US" dirty="0"/>
              <a:t>Salt Intake – salt intake g/day</a:t>
            </a:r>
          </a:p>
          <a:p>
            <a:r>
              <a:rPr lang="en-US" dirty="0"/>
              <a:t>Stress Score – stress score of the person out of 10</a:t>
            </a:r>
          </a:p>
          <a:p>
            <a:r>
              <a:rPr lang="en-US" dirty="0"/>
              <a:t>BP History – BP history of individual(normal, prehypertension,        hypertension)</a:t>
            </a:r>
          </a:p>
          <a:p>
            <a:r>
              <a:rPr lang="en-US" dirty="0"/>
              <a:t>Sleep Duration – Sleep duration of the individual(0-12 hours)</a:t>
            </a:r>
          </a:p>
          <a:p>
            <a:r>
              <a:rPr lang="en-US" dirty="0"/>
              <a:t>Medication – Do the individual have any medication(No medication, ace inhibitor, beta blocker, other)</a:t>
            </a:r>
          </a:p>
          <a:p>
            <a:r>
              <a:rPr lang="en-US" dirty="0"/>
              <a:t>Family History – If the individual have any family history of hypertension</a:t>
            </a:r>
          </a:p>
          <a:p>
            <a:r>
              <a:rPr lang="en-US" dirty="0"/>
              <a:t>Exercise Level – Exercise level of the individual(low, moderate, high)</a:t>
            </a:r>
          </a:p>
          <a:p>
            <a:r>
              <a:rPr lang="en-US" dirty="0"/>
              <a:t>Smoking Status – Is the individual a smoker or not</a:t>
            </a:r>
          </a:p>
          <a:p>
            <a:r>
              <a:rPr lang="en-US" dirty="0"/>
              <a:t>Has Hypertension – Is the person have hypertension or not (Target Column)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6627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34E60-9CB6-52E7-F027-591DAE428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We Analyze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7DDAD-755A-0E20-CB2A-32C24FB81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Basic Overview of the dataset</a:t>
            </a:r>
          </a:p>
          <a:p>
            <a:r>
              <a:rPr lang="en-US" dirty="0"/>
              <a:t>Correlation of different features on hypertension</a:t>
            </a:r>
          </a:p>
          <a:p>
            <a:r>
              <a:rPr lang="en-US" dirty="0"/>
              <a:t>How a new set of data predict the hypertension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0553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6DF9E-4F41-AA62-79C7-E5AAFB579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Overview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B0EDDD-431E-1F73-594C-6B352B9EDF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75189"/>
            <a:ext cx="10515600" cy="4252210"/>
          </a:xfrm>
        </p:spPr>
      </p:pic>
    </p:spTree>
    <p:extLst>
      <p:ext uri="{BB962C8B-B14F-4D97-AF65-F5344CB8AC3E}">
        <p14:creationId xmlns:p14="http://schemas.microsoft.com/office/powerpoint/2010/main" val="2135829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C02FC-9008-3EA2-71A1-49056053C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Cleaning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67DB0-45F7-9861-FFD6-13E5F0CF3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Steps performed on the dataset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Null value handling</a:t>
            </a:r>
          </a:p>
          <a:p>
            <a:r>
              <a:rPr lang="en-US" dirty="0"/>
              <a:t>Outlier handling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1054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C2FE3-CD52-D36B-BB9B-2BD177960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Exploratory Data Analysis</a:t>
            </a:r>
            <a:endParaRPr lang="en-IN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9E72963-4ABC-DB36-BCD5-1032E8D8191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36847"/>
            <a:ext cx="5181600" cy="3528893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173B0C8-8E5F-40B6-A4C6-FE052D7932C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244994"/>
            <a:ext cx="5181600" cy="3512600"/>
          </a:xfrm>
        </p:spPr>
      </p:pic>
    </p:spTree>
    <p:extLst>
      <p:ext uri="{BB962C8B-B14F-4D97-AF65-F5344CB8AC3E}">
        <p14:creationId xmlns:p14="http://schemas.microsoft.com/office/powerpoint/2010/main" val="3137631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9791C-AC05-8F49-A493-641A209A9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Hypothesis Testing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F82C976-2FA1-DF8B-26AA-32DA2F68546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394" y="2834318"/>
            <a:ext cx="3934374" cy="1209844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CF1A79D-D147-E26D-FE57-65A134A5F8E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1692" y="2920055"/>
            <a:ext cx="3629532" cy="1124107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AA5CC4-E26E-2BE0-DCDA-337D81268A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140" y="4282767"/>
            <a:ext cx="7182852" cy="221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148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6EC0-1846-783E-33A1-75F383D0A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BF0DD-CA42-F77D-C222-AF2F96C47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/>
              <a:t>Age, BMI, Smoking Status have high influence on Hypertension.</a:t>
            </a:r>
          </a:p>
          <a:p>
            <a:r>
              <a:rPr lang="en-IN" dirty="0"/>
              <a:t>Salt Intake, Sleep Duration, Exercise level have different distribution status in comparing to Age.</a:t>
            </a:r>
          </a:p>
          <a:p>
            <a:r>
              <a:rPr lang="en-IN" dirty="0"/>
              <a:t>Distribution of Has Hypertension and Family History is similar.</a:t>
            </a:r>
          </a:p>
        </p:txBody>
      </p:sp>
    </p:spTree>
    <p:extLst>
      <p:ext uri="{BB962C8B-B14F-4D97-AF65-F5344CB8AC3E}">
        <p14:creationId xmlns:p14="http://schemas.microsoft.com/office/powerpoint/2010/main" val="1839644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65069-0B31-474D-AD47-2F7D00FB5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Visualization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79EB354-D732-3E2D-6EA8-417CF5CA420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13365"/>
            <a:ext cx="5181600" cy="2775857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ED44D14-5A28-A87B-9D1E-32B146DCE4F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623528"/>
            <a:ext cx="5181600" cy="2755532"/>
          </a:xfrm>
        </p:spPr>
      </p:pic>
    </p:spTree>
    <p:extLst>
      <p:ext uri="{BB962C8B-B14F-4D97-AF65-F5344CB8AC3E}">
        <p14:creationId xmlns:p14="http://schemas.microsoft.com/office/powerpoint/2010/main" val="499017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8FFC1-7B7D-67EA-505A-E6E100362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Visualization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C8DC65F-5FD8-464A-845F-6EF4DD523CE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76435"/>
            <a:ext cx="5181600" cy="3249718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E3EDC38-EED0-F9CF-651B-BF41F9DD0D5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4926" y="1825625"/>
            <a:ext cx="4916147" cy="4351338"/>
          </a:xfrm>
        </p:spPr>
      </p:pic>
    </p:spTree>
    <p:extLst>
      <p:ext uri="{BB962C8B-B14F-4D97-AF65-F5344CB8AC3E}">
        <p14:creationId xmlns:p14="http://schemas.microsoft.com/office/powerpoint/2010/main" val="4257994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58C0C-80B7-4D1C-2BA0-870DB1B2C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ML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D2E3E-9F3F-0E52-F4A1-3E54E5E44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Model’s Using for Prediction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Logistic Regression</a:t>
            </a:r>
          </a:p>
          <a:p>
            <a:r>
              <a:rPr lang="en-IN" dirty="0"/>
              <a:t>Support Vector Machine(SVM)</a:t>
            </a:r>
          </a:p>
          <a:p>
            <a:r>
              <a:rPr lang="en-IN" dirty="0"/>
              <a:t>K-Nearest Neighbour(KNN)</a:t>
            </a:r>
          </a:p>
          <a:p>
            <a:r>
              <a:rPr lang="en-IN" dirty="0"/>
              <a:t>Decision Tree</a:t>
            </a:r>
          </a:p>
          <a:p>
            <a:r>
              <a:rPr lang="en-IN" dirty="0"/>
              <a:t>Random Forest</a:t>
            </a:r>
          </a:p>
          <a:p>
            <a:r>
              <a:rPr lang="en-IN" dirty="0"/>
              <a:t>XG-Boost</a:t>
            </a:r>
          </a:p>
        </p:txBody>
      </p:sp>
    </p:spTree>
    <p:extLst>
      <p:ext uri="{BB962C8B-B14F-4D97-AF65-F5344CB8AC3E}">
        <p14:creationId xmlns:p14="http://schemas.microsoft.com/office/powerpoint/2010/main" val="1603923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C014E-DC5B-BD53-99B4-53FADBDA1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Model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83220-A559-8276-B1E5-63FD9DCDB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Evaluating all models to pick the most accurate model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EBBE8C-5618-B085-BA68-0F4D1FA24D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317352"/>
            <a:ext cx="8810108" cy="265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716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8886C-0899-FBAB-3320-F494A5B18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Web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0C4CE-6C91-CA43-C1D7-0C73A8A36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Using PyCharm creating web app for the Prediction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F3FF2F-DDDC-3BA6-09B2-F16F9F7779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0509" y="2231923"/>
            <a:ext cx="4587342" cy="4626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354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286</Words>
  <Application>Microsoft Office PowerPoint</Application>
  <PresentationFormat>Widescreen</PresentationFormat>
  <Paragraphs>49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ML  REINFORCEMENT HYPERTENSION-PREDICTION</vt:lpstr>
      <vt:lpstr>What is in the Dataset</vt:lpstr>
      <vt:lpstr>What We Analyze</vt:lpstr>
      <vt:lpstr>Data Overview</vt:lpstr>
      <vt:lpstr>Data Cleaning</vt:lpstr>
      <vt:lpstr>Exploratory Data Analysis</vt:lpstr>
      <vt:lpstr>Hypothesis Testing</vt:lpstr>
      <vt:lpstr>Insights</vt:lpstr>
      <vt:lpstr>Visualization</vt:lpstr>
      <vt:lpstr>Visualization</vt:lpstr>
      <vt:lpstr>ML Models</vt:lpstr>
      <vt:lpstr>Model Evaluation</vt:lpstr>
      <vt:lpstr>Web App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Harikrishnan N T</dc:creator>
  <cp:lastModifiedBy>Harikrishnan N T</cp:lastModifiedBy>
  <cp:revision>1</cp:revision>
  <dcterms:created xsi:type="dcterms:W3CDTF">2025-11-14T07:17:01Z</dcterms:created>
  <dcterms:modified xsi:type="dcterms:W3CDTF">2025-11-14T09:23:23Z</dcterms:modified>
</cp:coreProperties>
</file>